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theme/theme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5"/>
  </p:sldIdLst>
  <p:sldSz cx="7555992" cy="10692384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>
</p:presentationPr>
</file>

<file path=ppt/tableStyles.xml><?xml version="1.0" encoding="utf-8"?>
<a:tblStyleLst xmlns:a="http://schemas.openxmlformats.org/drawingml/2006/main" def="{5C22544A-7EE6-4342-B048-85BDC9FD1C3A}">
</a:tblStyleLst>
</file>

<file path=ppt/_rels/presentation.xml.rels>&#65279;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.xml"/><Relationship Id="rId2" Type="http://schemas.openxmlformats.org/officeDocument/2006/relationships/theme" Target="theme/theme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/Relationships>
</file>

<file path=ppt/slideLayouts/_rels/slideLayout.xml.rels>&#65279;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.xml"/></Relationships>
</file>

<file path=ppt/slideLayouts/slideLayout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Relationship Id="rId2" Type="http://schemas.openxmlformats.org/officeDocument/2006/relationships/theme" Target="../theme/theme.xml"/></Relationships>
</file>

<file path=ppt/slideMasters/slid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.jpeg"/><Relationship Id="rPictId1" Type="http://schemas.openxmlformats.org/officeDocument/2006/relationships/image" Target="../media/image2.jpeg"/><Relationship Id="rId1" Type="http://schemas.openxmlformats.org/officeDocument/2006/relationships/slideLayout" Target="../slideLayouts/slide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09600" y="1341120"/>
            <a:ext cx="6345936" cy="28041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609600" y="1905000"/>
            <a:ext cx="6345936" cy="20116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RAG检索优化系统汇报</dc:title>
  <dc:subject/>
  <dc:creator/>
  <cp:keywords/>
</cp:coreProperties>
</file>